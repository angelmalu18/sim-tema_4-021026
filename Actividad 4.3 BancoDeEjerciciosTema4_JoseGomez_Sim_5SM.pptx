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4.xml"/><Relationship Id="rId69" Type="http://schemas.openxmlformats.org/officeDocument/2006/relationships/presProps" Target="presProps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TECNOLÓGICO NACIONAL DE MÉXICO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UNIDAD ACADÉMICA VENUSTIANO CARRANZA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INGENIERÍA EN SISTEMAS COMPUTACIONALES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DE SIMULACIÓN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CD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Tema 4: Lenguajes de Simulación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Inventarios (Q,R)  ·  Línea de espera M/M/1  ·  Línea de espera M/M/c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3317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38A169"/>
          </a:solidFill>
        </p:spPr>
      </p:sp>
      <p:sp>
        <p:nvSpPr>
          <p:cNvPr id="10" name="Text 8"/>
          <p:cNvSpPr/>
          <p:nvPr/>
        </p:nvSpPr>
        <p:spPr>
          <a:xfrm>
            <a:off x="1371600" y="24231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Inventario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3317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805AD5"/>
          </a:solidFill>
        </p:spPr>
      </p:sp>
      <p:sp>
        <p:nvSpPr>
          <p:cNvPr id="12" name="Text 10"/>
          <p:cNvSpPr/>
          <p:nvPr/>
        </p:nvSpPr>
        <p:spPr>
          <a:xfrm>
            <a:off x="3657600" y="24231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Relojería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3317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DD6B20"/>
          </a:solidFill>
        </p:spPr>
      </p:sp>
      <p:sp>
        <p:nvSpPr>
          <p:cNvPr id="14" name="Text 12"/>
          <p:cNvSpPr/>
          <p:nvPr/>
        </p:nvSpPr>
        <p:spPr>
          <a:xfrm>
            <a:off x="5943600" y="24231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Puerto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 ·  Java  ·  R   |   5 ejecuciones por archivo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PRESENTA: José Ángel Gómez Rincón  |  Matrícula: 241260049  |  Semestre: Quinto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DOCENTE: Ing. Francisco Javier Mingo Velázquez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de octubre de 2026  ·  Venustiano Carranza, Chiapas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Asignatura: Simulación  |  Clave: SCD-1022  |  Plan: ISIC 2010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Aplicar los conceptos del Tema 4 (lenguajes de simulación, casos prácticos de inventarios y líneas de espera, y validación) mediante la ejecución repetida de tres simuladores implementados en Python, Java y R, documentando los resultados de cinco corridas por cada archivo fuente.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Verificar el correcto funcionamiento de cada programa a través de ejecuciones distintas, observando la variabilidad de los resultados (costos, Wq, Lq, ρ, política óptima) y contrastándolos, cuando aplique, con las fórmulas teóricas M/M/1 y M/M/c.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 actividad documenta la ejecución de nueve programas de simulación correspondientes al Tema 4 de la asignatura Simulación (SCD-1022): un sistema de inventarios con política (Q, R) en una forrajería, una línea de espera M/M/1 en una relojería y una línea de espera M/M/c en los muelles de un puerto pesquero, cada uno implementado en Python, Java y 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965960"/>
            <a:ext cx="8412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 cada archivo se solicitan cinco ejecuciones en diapositivas independientes, de modo que se observe el comportamiento del generador de números pseudoaleatorios y la estabilidad o variación de las medidas de desempeño (costo anual, tiempos de espera, utilización, política óptima).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Justificación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Según la Instrumentación Didáctica, en el Tema 4 el estudiante debe manejar al menos un simulador de eventos discretos, aplicarlo a líneas de espera e inventarios y validar resultados. Ejecutar varias veces cada programa permite comprobar la reproducibilidad (con semilla fija) o la variabilidad (sin semilla), reforzar el uso del simulador y evidenciar la comparación con la teoría (M/M/1, M/M/c) y la búsqueda de la mejor política (Q, R).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A169"/>
          </a:solidFill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 (Q, R) — FORRAJERÍA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365760" y="6858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Tema 4 · Caso práctico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 el inventario de sacos de alimento para ganado con política (Q, R): demanda diaria discreta, tiempo de entrega del proveedor, costo de pedido, de mantener y de faltante. Se exploran varias combinaciones (Q, R) y se identifica la de menor costo anual promedio (30 réplicas de 365 días).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inventario_alimento_ganado_grafico.py  ·  InventarioAlimentoGanadoGrafico.java  ·  inventario_alimento_ganado.R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continuación: Python, Java y R — cada uno con 5 ejecuciones (una diapositiva por ejecución).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PYTHON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inventario_alimento_ganado_grafico.py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/ entorno: módulo random + tkinter (animación y malla 3D)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Ejecutar: python inventario_alimento_ganado_grafico.py. Pestaña 1: animar un año. Pestaña 2: calcular malla y ver la política óptima.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ejecuciones. Cada una ocupa una diapositiva para insertar la captura de pantalla.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PYTHON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41400"/>
            <a:ext cx="8197215" cy="3621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PYTHON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95" y="962025"/>
            <a:ext cx="8411845" cy="3767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PYTHON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115" y="960120"/>
            <a:ext cx="8372475" cy="3810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PYTHON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8428990" cy="3793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PYTHON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8412480" cy="38011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JAVA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InventarioAlimentoGanadoGrafico.java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/ entorno: clase Random + Swing (animación y malla 3D)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javac InventarioAlimentoGanadoGrafico.java &amp;&amp; java InventarioAlimentoGanadoGrafico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ejecuciones. Cada una ocupa una diapositiva para insertar la captura de pantalla.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JAVA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110" y="960120"/>
            <a:ext cx="8406130" cy="37871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JAVA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205" y="972820"/>
            <a:ext cx="8416925" cy="37630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JAVA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8457565" cy="37858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JAVA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345" y="960120"/>
            <a:ext cx="8428990" cy="3789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JAVA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755"/>
            <a:ext cx="8543290" cy="37985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inventario_alimento_ganado.R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/ entorno: runif() + plot()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Rscript inventario_alimento_ganado.R  (o source() en RStudio). Tabla de costos, mejor (Q,R) y gráfica.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ejecuciones. Cada una ocupa una diapositiva para insertar la captura de pantalla.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R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72820"/>
            <a:ext cx="8191500" cy="35839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R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" y="960120"/>
            <a:ext cx="8168640" cy="38011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R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" y="960120"/>
            <a:ext cx="8214360" cy="37826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R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70" y="960755"/>
            <a:ext cx="8176260" cy="37807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Inventario (Q, R) — Forrajería — R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60120"/>
            <a:ext cx="8191500" cy="36391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05AD5"/>
          </a:solidFill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LÍNEA DE ESPERA 1 — RELOJERÍA (M/M/1)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365760" y="6858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Tema 4 · Caso práctico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 una relojería con un solo relojero (M/M/1): llegadas exponenciales λ = 2 clientes/hora, servicio exponencial μ = 2.5 clientes/hora. La simulación termina al atender al menos 800 clientes con el sistema vacío. Se contrastan Wq, W, Lq y ρ con las fórmulas teóricas.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linea_espera_1_relojeria_grafico.py  ·  LineaEspera1RelojeriaGrafico.java  ·  linea_espera_1_relojeria.R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continuación: Python, Java y R — cada uno con 5 ejecuciones (una diapositiva por ejecución).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PYTHON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linea_espera_1_relojeria_grafico.py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/ entorno: random + tkinter (animación + stats vs teoría)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linea_espera_1_relojeria_grafico.py — animar hasta terminación; observar Wq vs teoría.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ejecuciones. Cada una ocupa una diapositiva para insertar la captura de pantalla.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PYTHON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" y="951230"/>
            <a:ext cx="8172450" cy="37960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PYTHON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10" y="993775"/>
            <a:ext cx="8195945" cy="37420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PYTHON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330" y="960755"/>
            <a:ext cx="8181340" cy="37725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PYTHON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950" y="986155"/>
            <a:ext cx="8166100" cy="37363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PYTHON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35" y="942975"/>
            <a:ext cx="8202295" cy="38125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JAVA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LineaEspera1RelojeriaGrafico.java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/ entorno: Random + Swing (animación + stats vs teoría)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javac LineaEspera1RelojeriaGrafico.java &amp;&amp; java LineaEspera1RelojeriaGrafico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ejecuciones. Cada una ocupa una diapositiva para insertar la captura de pantalla.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JAVA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0" y="949325"/>
            <a:ext cx="8482965" cy="380619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JAVA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15" y="951230"/>
            <a:ext cx="8369935" cy="380619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JAVA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35" y="960755"/>
            <a:ext cx="8430895" cy="379349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JAVA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90" y="965200"/>
            <a:ext cx="8465820" cy="378079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JAVA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0" y="959485"/>
            <a:ext cx="8407400" cy="37953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linea_espera_1_relojeria.R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/ entorno: runif() + consola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Rscript linea_espera_1_relojeria.R — avance en consola y tabla Simulación vs Teoría.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ejecuciones. Cada una ocupa una diapositiva para insertar la captura de pantalla.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R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05" y="935355"/>
            <a:ext cx="8511540" cy="38379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R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685" y="967740"/>
            <a:ext cx="8595995" cy="375793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R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15" y="958850"/>
            <a:ext cx="8414385" cy="379603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R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84885"/>
            <a:ext cx="8432165" cy="37236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Línea de espera 1 — Relojería (M/M/1) — R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0" y="957580"/>
            <a:ext cx="8388985" cy="38074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6B20"/>
          </a:solidFill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LÍNEA DE ESPERA 2 — PUERTO (M/M/C)</a:t>
            </a:r>
            <a:endParaRPr lang="en-US" sz="2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365760" y="6858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Tema 4 · Caso práctico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 los muelles de descarga de un puerto pesquero (M/M/c): λ = 1 barco/hora, μ = 0.4 por muelle, c muelles (editable). Una sola fila FIFO. Terminación con ≥800 atendidos y sistema vacío. Se comparan Wq, Lq y ρ al variar el número de muelles, frente a la teoría Erlang C.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linea_espera_2_puerto_grafico.py  ·  LineaEspera2PuertoGrafico.java  ·  linea_espera_2_puerto.R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continuación: Python, Java y R — cada uno con 5 ejecuciones (una diapositiva por ejecución).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PYTHON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linea_espera_2_puerto_grafico.py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/ entorno: random + tkinter (barcos + muelles + stats)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linea_espera_2_puerto_grafico.py — cambiar número de muelles y observar Wq/Lq.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ejecuciones. Cada una ocupa una diapositiva para insertar la captura de pantalla.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PYTHON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95" y="950595"/>
            <a:ext cx="8535035" cy="380428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PYTHON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933450"/>
            <a:ext cx="8191500" cy="381444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PYTHON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05" y="955675"/>
            <a:ext cx="8199755" cy="379349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PYTHON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84565" cy="379031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PYTHON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24560"/>
            <a:ext cx="8416925" cy="384111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JAVA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LineaEspera2PuertoGrafico.java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/ entorno: Random + Swing (barcos + muelles + stats)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javac LineaEspera2PuertoGrafico.java &amp;&amp; java LineaEspera2PuertoGrafico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ejecuciones. Cada una ocupa una diapositiva para insertar la captura de pantalla.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JAVA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80" y="960120"/>
            <a:ext cx="8803005" cy="37973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JAVA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984885"/>
            <a:ext cx="8822690" cy="37693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JAVA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55" y="934085"/>
            <a:ext cx="8796655" cy="38201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JAVA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85" y="932815"/>
            <a:ext cx="8825230" cy="382206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JAVA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949325"/>
            <a:ext cx="8788400" cy="384175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linea_espera_2_puerto.R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/ entorno: runif() + consola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Rscript linea_espera_2_puerto.R — resultado c=3 y tabla comparativa c=1..6.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ejecuciones. Cada una ocupa una diapositiva para insertar la captura de pantalla.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R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95" y="960120"/>
            <a:ext cx="8412480" cy="381190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R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920" y="951865"/>
            <a:ext cx="8418195" cy="377253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R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755"/>
            <a:ext cx="8430260" cy="376682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R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95" y="960120"/>
            <a:ext cx="8412480" cy="382143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Línea de espera 2 — Puerto (M/M/c) — R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980" y="957580"/>
            <a:ext cx="8239760" cy="37973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669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Durante el desarrollo de este banco de ejercicios se ejecutaron, en cinco corridas por archivo, los nueve programas del Tema 4 (inventario con política Q,R; cola M/M/1 de relojería; cola M/M/c de puerto) en Python, Java y R. Cada ejecución permite observar la variabilidad de los resultados cuando la semilla no se fija y la reproducibilidad cuando sí se fija, evidenciando el comportamiento del generador pseudoaleatorio y del motor de eventos discretos.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8412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identificaron similitudes entre lenguajes (misma lógica de transformada inversa, mismos parámetros de cada caso, mismo contraste con la teoría) y diferencias de entorno (animación tkinter/Swing frente a consola en R). Con ello se refuerza el manejo práctico de simuladores de inventarios y líneas de espera, alineado con la competencia 4 de la Instrumentación Didáctica (SCD-1022).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4 · Lenguajes de simulación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16814</Words>
  <Application>WPS Presentation</Application>
  <PresentationFormat>On-screen Show (16:9)</PresentationFormat>
  <Paragraphs>855</Paragraphs>
  <Slides>65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4.3 Banco de Ejercicios Tema 4</dc:title>
  <dc:creator>Jose Angel Gomez Rincon</dc:creator>
  <dc:subject>PptxGenJS Presentation</dc:subject>
  <cp:lastModifiedBy>EVIL RABYT</cp:lastModifiedBy>
  <cp:revision>3</cp:revision>
  <dcterms:created xsi:type="dcterms:W3CDTF">2026-10-01T22:48:00Z</dcterms:created>
  <dcterms:modified xsi:type="dcterms:W3CDTF">2026-10-02T09:11:06Z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2058-12.1.0.28485</vt:lpwstr>
  </property>
  <property fmtid="{D5CDD505-2E9C-101B-9397-08002B2CF9AE}" pid="3" name="ICV">
    <vt:lpwstr>5E77757A6A6B4FDEBFB7CC9A22195CF8_13</vt:lpwstr>
  </property>
</Properties>
</file>